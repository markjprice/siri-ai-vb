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Stride Pro launch (APPROVED)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Approved deck. Priya Nair,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Introduce the Stride Pro to committed runners</a:t>
            </a:r>
          </a:p>
          <a:p>
            <a:r>
              <a:t>Drive 12,000 pre-orders in six weeks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Runners aged 25 to 45</a:t>
            </a:r>
          </a:p>
          <a:p>
            <a:r>
              <a:t>15 or more miles per week</a:t>
            </a:r>
          </a:p>
          <a:p>
            <a:r>
              <a:t>Replace shoes every six to eight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 grams lighter</a:t>
            </a:r>
          </a:p>
          <a:p>
            <a:r>
              <a:t>Same cushioning, new upper</a:t>
            </a:r>
          </a:p>
          <a:p>
            <a:r>
              <a:t>Four colors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Creative review: April 6</a:t>
            </a:r>
          </a:p>
          <a:p>
            <a:r>
              <a:t>Pre-order opens: May 4</a:t>
            </a:r>
          </a:p>
          <a:p>
            <a:r>
              <a:t>Launch event: May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US$240,000 total</a:t>
            </a:r>
          </a:p>
          <a:p>
            <a:r>
              <a:t>Paid social: US$120,000</a:t>
            </a:r>
          </a:p>
          <a:p>
            <a:r>
              <a:t>Influencers: US$70,000</a:t>
            </a:r>
          </a:p>
          <a:p>
            <a:r>
              <a:t>Events: US$50,000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